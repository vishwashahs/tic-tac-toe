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D9AFCE-0204-466B-BFE2-773EB8F4C64F}" v="33" dt="2025-04-19T18:18:42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900" y="-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RAJ KUMAR" userId="4f7b3c977252bac1" providerId="Windows Live" clId="Web-{50D9AFCE-0204-466B-BFE2-773EB8F4C64F}"/>
    <pc:docChg chg="modSld">
      <pc:chgData name="NEERAJ KUMAR" userId="4f7b3c977252bac1" providerId="Windows Live" clId="Web-{50D9AFCE-0204-466B-BFE2-773EB8F4C64F}" dt="2025-04-19T18:18:38.497" v="17" actId="20577"/>
      <pc:docMkLst>
        <pc:docMk/>
      </pc:docMkLst>
      <pc:sldChg chg="modSp">
        <pc:chgData name="NEERAJ KUMAR" userId="4f7b3c977252bac1" providerId="Windows Live" clId="Web-{50D9AFCE-0204-466B-BFE2-773EB8F4C64F}" dt="2025-04-19T18:18:38.497" v="17" actId="20577"/>
        <pc:sldMkLst>
          <pc:docMk/>
          <pc:sldMk cId="3063116239" sldId="256"/>
        </pc:sldMkLst>
        <pc:spChg chg="mod">
          <ac:chgData name="NEERAJ KUMAR" userId="4f7b3c977252bac1" providerId="Windows Live" clId="Web-{50D9AFCE-0204-466B-BFE2-773EB8F4C64F}" dt="2025-04-19T18:18:38.497" v="17" actId="20577"/>
          <ac:spMkLst>
            <pc:docMk/>
            <pc:sldMk cId="3063116239" sldId="256"/>
            <ac:spMk id="15" creationId="{5C04623C-F42C-DD24-8557-FB848AA2D21E}"/>
          </ac:spMkLst>
        </pc:spChg>
      </pc:sldChg>
      <pc:sldChg chg="modSp">
        <pc:chgData name="NEERAJ KUMAR" userId="4f7b3c977252bac1" providerId="Windows Live" clId="Web-{50D9AFCE-0204-466B-BFE2-773EB8F4C64F}" dt="2025-04-19T18:15:58.448" v="2" actId="14100"/>
        <pc:sldMkLst>
          <pc:docMk/>
          <pc:sldMk cId="2092229681" sldId="257"/>
        </pc:sldMkLst>
        <pc:spChg chg="mod">
          <ac:chgData name="NEERAJ KUMAR" userId="4f7b3c977252bac1" providerId="Windows Live" clId="Web-{50D9AFCE-0204-466B-BFE2-773EB8F4C64F}" dt="2025-04-19T18:15:58.448" v="2" actId="14100"/>
          <ac:spMkLst>
            <pc:docMk/>
            <pc:sldMk cId="2092229681" sldId="257"/>
            <ac:spMk id="7" creationId="{34E992A1-B451-8A9E-B3AE-E609F8DC00FC}"/>
          </ac:spMkLst>
        </pc:spChg>
      </pc:sldChg>
      <pc:sldChg chg="modSp">
        <pc:chgData name="NEERAJ KUMAR" userId="4f7b3c977252bac1" providerId="Windows Live" clId="Web-{50D9AFCE-0204-466B-BFE2-773EB8F4C64F}" dt="2025-04-19T18:15:43.885" v="0" actId="14100"/>
        <pc:sldMkLst>
          <pc:docMk/>
          <pc:sldMk cId="4123606586" sldId="258"/>
        </pc:sldMkLst>
        <pc:spChg chg="mod">
          <ac:chgData name="NEERAJ KUMAR" userId="4f7b3c977252bac1" providerId="Windows Live" clId="Web-{50D9AFCE-0204-466B-BFE2-773EB8F4C64F}" dt="2025-04-19T18:15:43.885" v="0" actId="14100"/>
          <ac:spMkLst>
            <pc:docMk/>
            <pc:sldMk cId="4123606586" sldId="258"/>
            <ac:spMk id="7" creationId="{34E992A1-B451-8A9E-B3AE-E609F8DC00FC}"/>
          </ac:spMkLst>
        </pc:spChg>
      </pc:sldChg>
      <pc:sldChg chg="modSp">
        <pc:chgData name="NEERAJ KUMAR" userId="4f7b3c977252bac1" providerId="Windows Live" clId="Web-{50D9AFCE-0204-466B-BFE2-773EB8F4C64F}" dt="2025-04-19T18:16:14.167" v="3" actId="14100"/>
        <pc:sldMkLst>
          <pc:docMk/>
          <pc:sldMk cId="818742538" sldId="259"/>
        </pc:sldMkLst>
        <pc:spChg chg="mod">
          <ac:chgData name="NEERAJ KUMAR" userId="4f7b3c977252bac1" providerId="Windows Live" clId="Web-{50D9AFCE-0204-466B-BFE2-773EB8F4C64F}" dt="2025-04-19T18:16:14.167" v="3" actId="14100"/>
          <ac:spMkLst>
            <pc:docMk/>
            <pc:sldMk cId="818742538" sldId="259"/>
            <ac:spMk id="3" creationId="{A5D5FA93-48C7-2EEF-6957-EB27736F3C6F}"/>
          </ac:spMkLst>
        </pc:spChg>
      </pc:sldChg>
      <pc:sldChg chg="modSp">
        <pc:chgData name="NEERAJ KUMAR" userId="4f7b3c977252bac1" providerId="Windows Live" clId="Web-{50D9AFCE-0204-466B-BFE2-773EB8F4C64F}" dt="2025-04-19T18:16:22.245" v="4" actId="14100"/>
        <pc:sldMkLst>
          <pc:docMk/>
          <pc:sldMk cId="4054526563" sldId="260"/>
        </pc:sldMkLst>
        <pc:spChg chg="mod">
          <ac:chgData name="NEERAJ KUMAR" userId="4f7b3c977252bac1" providerId="Windows Live" clId="Web-{50D9AFCE-0204-466B-BFE2-773EB8F4C64F}" dt="2025-04-19T18:16:22.245" v="4" actId="14100"/>
          <ac:spMkLst>
            <pc:docMk/>
            <pc:sldMk cId="4054526563" sldId="260"/>
            <ac:spMk id="3" creationId="{A5D5FA93-48C7-2EEF-6957-EB27736F3C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5FB8C9-4411-80A6-15FE-127BD5161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B6C3AC3-0A37-235B-830A-E38800C40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376EFE-5CC4-A895-03B8-FC3CDF9E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8FEAC0D-6956-5D68-197A-11C81AD1C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8EF44F6-DCE4-3F19-B8FD-CF434881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79558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BD1624-A814-0FB3-17FF-A4E2696D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56D756-FE0F-F7D4-67AA-A7EE04940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B934445-B0F2-B464-029D-4A8F7BE1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D2D2A56-3666-5CBD-31E3-51E7DD77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1751E27-5FF2-E0CD-5D7D-F7FB7015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5431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55D5F0-2A92-D8DB-DAEF-AA37E797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3FA54D4-BFCF-F0E1-CC38-F3743C78E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47B2FB-F541-2759-F76F-227B5F0D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C315DA5-69D2-FBB3-CB59-5EF3474B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37953A-FF50-68BD-DD38-BF82CE94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0291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6F98C6-8098-7EE5-85F3-28171112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8731EE-845D-0FE3-E834-FD0FD5FFA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238E1FE-2331-3606-22A6-35C1608AE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9744417-3C99-91C7-3317-DF58281A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0C8FBCF-88F0-CC39-1D51-2BE60D3A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B87E8C-D5DA-426E-10BC-558503E8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92181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EEE73B-2439-F3C2-3EDB-AE3F360D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88FE983-018B-A48F-CDF3-3FA4FAA3E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A15BE7B-DABE-0A16-8ADA-891FD9BE4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3F9DF00-AFFF-C96C-69F8-A145AAEE6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A073402-6E42-E2AB-3C72-72C3FA97D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685FD9E-A9F9-4341-DA37-F1163EAB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D5991C8-56DC-07D1-2E1B-314FCEBD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84E223C-01A8-C363-9810-E3A3CC00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2546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83414E-FD99-3381-C670-F907FBFB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DB9353E-6BDA-2DC8-5D4B-6CEC6A9A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2B23568-B239-4933-D09A-6F8EBDF1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350C3F9-6D06-F0A3-EA4D-DE6164CA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4586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76F8924-E18B-DB26-49E1-200BF9AA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865F24-884F-79BE-AD3C-C8BAE37F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62938F-6871-C95E-D30E-444D4EA2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4932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87F465-DEA2-CDDA-237A-185A4C68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22837E-D019-A1B0-2A51-211B9639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4B2F027-3D6B-4EC7-94AC-5B818B3A8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75C3EED-0A6E-8913-C10A-FAA31A53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2675004-15E7-8303-2D9F-214552D9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26AE8E5-7DF8-B3EC-E549-33D74D676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1847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DEE11C-9383-986C-8267-AE48172F7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FD4B6D9-FB51-9399-357F-B3A1DE3B5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1FB3B6B-7CFB-9550-EC36-D207913E5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A381DAA-E6A8-8CE1-551F-3D01E86A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59B88E3-8D75-31B4-878F-60C51B0D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D1B3324-567D-B121-917F-F5C04F2F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1538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10C825-AB67-CF05-6ADA-78D250D37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4E9B5E0-08AD-6E62-B725-98A35C084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15D323-1E01-FCC0-F080-10DD59EA7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7CF7B3C-FD37-42C1-EDC4-70AA2F8F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EA7C79-1097-0188-B0C0-8EF630A5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348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AAB8642E-F307-9332-4913-611169A18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0334144-4689-CE0A-046F-47C33E300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7CDE0E-BF1F-2044-0CE7-2651EF60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8B66E39-D3A4-4557-F1AE-E5BFA47D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99EAE2C-2C9F-8EA1-2F2A-D017353D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7826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DAFBECC-8586-DC9B-2948-80897890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D5A9263-4AE3-2FDC-343B-2672122D8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1F0EFA0-F466-9F07-3760-9C5B9F2A6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22517-3F3C-4A88-A146-47D090865431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2805B3A-A209-9BA1-D739-6818A6656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19F4111-DE6B-BC94-3761-3510D7613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DDBAD-0003-4008-811B-1B332BECF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7716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8F683B5-B951-DDE9-1E83-DF3ACDFCDE5C}"/>
              </a:ext>
            </a:extLst>
          </p:cNvPr>
          <p:cNvSpPr txBox="1"/>
          <p:nvPr/>
        </p:nvSpPr>
        <p:spPr>
          <a:xfrm>
            <a:off x="5640512" y="349321"/>
            <a:ext cx="58459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/>
              <a:t>Basic Details of the Team and Problem Statement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412F3D83-0719-3C49-D3A7-D5C4A172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9321"/>
            <a:ext cx="2416466" cy="1456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C04623C-F42C-DD24-8557-FB848AA2D21E}"/>
              </a:ext>
            </a:extLst>
          </p:cNvPr>
          <p:cNvSpPr txBox="1"/>
          <p:nvPr/>
        </p:nvSpPr>
        <p:spPr>
          <a:xfrm>
            <a:off x="5553427" y="2844277"/>
            <a:ext cx="6094288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 smtClean="0"/>
              <a:t>Project </a:t>
            </a:r>
            <a:r>
              <a:rPr lang="en-US" sz="2000" b="1" dirty="0"/>
              <a:t>Title</a:t>
            </a:r>
            <a:r>
              <a:rPr lang="en-US" sz="2000" b="1" dirty="0" smtClean="0"/>
              <a:t>: Tic </a:t>
            </a:r>
            <a:r>
              <a:rPr lang="en-US" sz="2000" b="1" dirty="0" err="1" smtClean="0"/>
              <a:t>Tac</a:t>
            </a:r>
            <a:r>
              <a:rPr lang="en-US" sz="2000" b="1" dirty="0" smtClean="0"/>
              <a:t> </a:t>
            </a:r>
            <a:r>
              <a:rPr lang="en-US" sz="2000" b="1" dirty="0" smtClean="0"/>
              <a:t>Toe</a:t>
            </a:r>
            <a:endParaRPr lang="en-US" sz="2000" b="1" dirty="0"/>
          </a:p>
          <a:p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/>
              <a:t>Application </a:t>
            </a:r>
            <a:r>
              <a:rPr lang="en-US" sz="2000" b="1" dirty="0" smtClean="0"/>
              <a:t>Domain: </a:t>
            </a:r>
            <a:r>
              <a:rPr lang="en-US" sz="2000" b="1" dirty="0" smtClean="0"/>
              <a:t>Games/Entertainment</a:t>
            </a: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 smtClean="0"/>
              <a:t>Created by: </a:t>
            </a:r>
            <a:r>
              <a:rPr lang="en-US" sz="2000" b="1" dirty="0" err="1" smtClean="0"/>
              <a:t>Vishwa</a:t>
            </a:r>
            <a:r>
              <a:rPr lang="en-US" sz="2000" b="1" dirty="0" smtClean="0"/>
              <a:t> Shah</a:t>
            </a:r>
            <a:r>
              <a:rPr lang="en-US" sz="2000" b="1" dirty="0"/>
              <a:t/>
            </a:r>
            <a:br>
              <a:rPr lang="en-US" sz="2000" b="1" dirty="0"/>
            </a:br>
            <a:endParaRPr lang="en-US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FEC0041A-07C7-63E5-66DD-A44DCA492CAB}"/>
              </a:ext>
            </a:extLst>
          </p:cNvPr>
          <p:cNvSpPr txBox="1"/>
          <p:nvPr/>
        </p:nvSpPr>
        <p:spPr>
          <a:xfrm>
            <a:off x="457200" y="2278221"/>
            <a:ext cx="4178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Mobile Computing With Android </a:t>
            </a:r>
          </a:p>
          <a:p>
            <a:r>
              <a:rPr lang="en-US" sz="3200" dirty="0"/>
              <a:t>Project Synopsis &amp; Report 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306311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108AA5-5489-EA34-2C5B-E0370D91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Approach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D5FA93-48C7-2EEF-6957-EB27736F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3472089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softEdge rad="0"/>
          </a:effectLst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About Application:</a:t>
            </a:r>
            <a:endParaRPr lang="en-US" sz="2400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smtClean="0"/>
              <a:t>This is a simple yet fully functional </a:t>
            </a:r>
            <a:r>
              <a:rPr lang="en-US" sz="2400" b="1" dirty="0" smtClean="0"/>
              <a:t>Tic </a:t>
            </a:r>
            <a:r>
              <a:rPr lang="en-US" sz="2400" b="1" dirty="0" err="1" smtClean="0"/>
              <a:t>Tac</a:t>
            </a:r>
            <a:r>
              <a:rPr lang="en-US" sz="2400" b="1" dirty="0" smtClean="0"/>
              <a:t> Toe</a:t>
            </a:r>
            <a:r>
              <a:rPr lang="en-US" sz="2400" dirty="0" smtClean="0"/>
              <a:t> mobile app built for Android. The game allows two players to play turn-by-turn on a 3x3 grid and includes all core features like win detection, draw checking, and a game reset button. It’s a great beginner-friendly project that covers the fundamentals of Android development — UI design, event handling, game logic, and state management.</a:t>
            </a:r>
            <a:endParaRPr lang="en-US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34E992A1-B451-8A9E-B3AE-E609F8DC00FC}"/>
              </a:ext>
            </a:extLst>
          </p:cNvPr>
          <p:cNvSpPr txBox="1">
            <a:spLocks/>
          </p:cNvSpPr>
          <p:nvPr/>
        </p:nvSpPr>
        <p:spPr>
          <a:xfrm>
            <a:off x="6328229" y="1175657"/>
            <a:ext cx="5520871" cy="5000804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softEdge rad="0"/>
          </a:effectLst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Technologies used :</a:t>
            </a:r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500" dirty="0"/>
              <a:t> </a:t>
            </a:r>
            <a:r>
              <a:rPr lang="en-US" sz="2500" b="1" dirty="0" smtClean="0"/>
              <a:t>1. Java :</a:t>
            </a:r>
            <a:r>
              <a:rPr lang="en-US" sz="2500" dirty="0" smtClean="0"/>
              <a:t/>
            </a:r>
            <a:br>
              <a:rPr lang="en-US" sz="2500" dirty="0" smtClean="0"/>
            </a:br>
            <a:r>
              <a:rPr lang="en-US" sz="2500" dirty="0" smtClean="0"/>
              <a:t>Used as the primary programming language to handle game logic, user interactions, and activity lifecycle in Android. Java is well-supported in Android development and perfect for beginners building mobile apps.</a:t>
            </a:r>
          </a:p>
          <a:p>
            <a:r>
              <a:rPr lang="en-US" sz="2500" b="1" dirty="0" smtClean="0"/>
              <a:t>2. Android SDK (Framework):</a:t>
            </a:r>
            <a:r>
              <a:rPr lang="en-US" sz="2500" dirty="0" smtClean="0"/>
              <a:t/>
            </a:r>
            <a:br>
              <a:rPr lang="en-US" sz="2500" dirty="0" smtClean="0"/>
            </a:br>
            <a:r>
              <a:rPr lang="en-US" sz="2500" dirty="0" smtClean="0"/>
              <a:t>Provides the core tools and libraries needed to build Android apps. It supports activity management, UI elements, and system interactions.</a:t>
            </a:r>
          </a:p>
          <a:p>
            <a:r>
              <a:rPr lang="en-US" sz="2500" b="1" dirty="0" smtClean="0"/>
              <a:t>3. XML (User Interface Design):</a:t>
            </a:r>
            <a:r>
              <a:rPr lang="en-US" sz="2500" dirty="0" smtClean="0"/>
              <a:t/>
            </a:r>
            <a:br>
              <a:rPr lang="en-US" sz="2500" dirty="0" smtClean="0"/>
            </a:br>
            <a:r>
              <a:rPr lang="en-US" sz="2500" dirty="0" smtClean="0"/>
              <a:t>Used to define the layout and visual structure of the app — including buttons, grid layout, text views, and overall app styling.</a:t>
            </a:r>
          </a:p>
          <a:p>
            <a:r>
              <a:rPr lang="en-US" sz="2500" b="1" dirty="0" smtClean="0"/>
              <a:t>4. Android Studio (IDE):</a:t>
            </a:r>
            <a:r>
              <a:rPr lang="en-US" sz="2500" dirty="0" smtClean="0"/>
              <a:t/>
            </a:r>
            <a:br>
              <a:rPr lang="en-US" sz="2500" dirty="0" smtClean="0"/>
            </a:br>
            <a:r>
              <a:rPr lang="en-US" sz="2500" dirty="0" smtClean="0"/>
              <a:t>The main development environment used to write, compile, test, and debug the app. It offers an emulator for testing and tools for layout preview, resource management, and performance checks.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209222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108AA5-5489-EA34-2C5B-E0370D91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Approach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D5FA93-48C7-2EEF-6957-EB27736F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3857" cy="4351338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softEdge rad="0"/>
          </a:effectLst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Flowchart: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App starts and loads layout</a:t>
            </a:r>
          </a:p>
          <a:p>
            <a:r>
              <a:rPr lang="en-US" sz="2400" dirty="0" smtClean="0"/>
              <a:t>Player taps a cell</a:t>
            </a:r>
          </a:p>
          <a:p>
            <a:r>
              <a:rPr lang="en-US" sz="2400" dirty="0" smtClean="0"/>
              <a:t>If cell is empty → mark X or O</a:t>
            </a:r>
          </a:p>
          <a:p>
            <a:r>
              <a:rPr lang="en-US" sz="2400" dirty="0" smtClean="0"/>
              <a:t>Check for win or draw</a:t>
            </a:r>
          </a:p>
          <a:p>
            <a:r>
              <a:rPr lang="en-US" sz="2400" dirty="0" smtClean="0"/>
              <a:t>If game ends → show result &amp; lock board</a:t>
            </a:r>
          </a:p>
          <a:p>
            <a:r>
              <a:rPr lang="en-US" sz="2400" dirty="0" smtClean="0"/>
              <a:t>Else → switch turn</a:t>
            </a:r>
          </a:p>
          <a:p>
            <a:r>
              <a:rPr lang="en-US" sz="2400" dirty="0" smtClean="0"/>
              <a:t>Press reset to play again</a:t>
            </a:r>
          </a:p>
          <a:p>
            <a:pPr marL="0" indent="0">
              <a:buNone/>
            </a:pPr>
            <a:endParaRPr lang="en-US" sz="2400" dirty="0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34E992A1-B451-8A9E-B3AE-E609F8DC00FC}"/>
              </a:ext>
            </a:extLst>
          </p:cNvPr>
          <p:cNvSpPr txBox="1">
            <a:spLocks/>
          </p:cNvSpPr>
          <p:nvPr/>
        </p:nvSpPr>
        <p:spPr>
          <a:xfrm>
            <a:off x="6865257" y="1811755"/>
            <a:ext cx="4983843" cy="4351338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softEdge rad="0"/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Use cases:</a:t>
            </a:r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000" b="1" dirty="0" smtClean="0"/>
              <a:t>Play with a Friend</a:t>
            </a:r>
            <a:r>
              <a:rPr lang="en-US" sz="2000" dirty="0" smtClean="0"/>
              <a:t> – Two-player mode on the same device</a:t>
            </a:r>
          </a:p>
          <a:p>
            <a:r>
              <a:rPr lang="en-US" sz="2000" dirty="0" smtClean="0"/>
              <a:t> </a:t>
            </a:r>
            <a:r>
              <a:rPr lang="en-US" sz="2000" b="1" dirty="0" smtClean="0"/>
              <a:t>Casual Mobile Game</a:t>
            </a:r>
            <a:r>
              <a:rPr lang="en-US" sz="2000" dirty="0" smtClean="0"/>
              <a:t> – Quick fun during free time</a:t>
            </a:r>
          </a:p>
          <a:p>
            <a:r>
              <a:rPr lang="en-US" sz="2000" dirty="0" smtClean="0"/>
              <a:t> </a:t>
            </a:r>
            <a:r>
              <a:rPr lang="en-US" sz="2000" b="1" dirty="0" smtClean="0"/>
              <a:t>Learn Android Dev</a:t>
            </a:r>
            <a:r>
              <a:rPr lang="en-US" sz="2000" dirty="0" smtClean="0"/>
              <a:t> – Great for practicing Java + UI handling</a:t>
            </a:r>
          </a:p>
          <a:p>
            <a:r>
              <a:rPr lang="en-US" sz="2000" dirty="0" smtClean="0"/>
              <a:t> </a:t>
            </a:r>
            <a:r>
              <a:rPr lang="en-US" sz="2000" b="1" dirty="0" smtClean="0"/>
              <a:t>Logic &amp; Problem Solving</a:t>
            </a:r>
            <a:r>
              <a:rPr lang="en-US" sz="2000" dirty="0" smtClean="0"/>
              <a:t> – Builds game logic and thinking</a:t>
            </a:r>
          </a:p>
          <a:p>
            <a:r>
              <a:rPr lang="en-US" sz="2000" dirty="0" smtClean="0"/>
              <a:t> </a:t>
            </a:r>
            <a:r>
              <a:rPr lang="en-US" sz="2000" b="1" dirty="0" smtClean="0"/>
              <a:t>Expandable</a:t>
            </a:r>
            <a:r>
              <a:rPr lang="en-US" sz="2000" dirty="0" smtClean="0"/>
              <a:t> – Base for future upgrades (AI, themes, multiplayer)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412360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003971" cy="50573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XML CODE: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6971"/>
            <a:ext cx="10515600" cy="5189992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&lt;?xml version="1.0" encoding="utf-8"?&gt;&lt;</a:t>
            </a:r>
            <a:r>
              <a:rPr lang="en-US" dirty="0" err="1" smtClean="0"/>
              <a:t>LinearLayout</a:t>
            </a:r>
            <a:r>
              <a:rPr lang="en-US" dirty="0" smtClean="0"/>
              <a:t> </a:t>
            </a:r>
            <a:r>
              <a:rPr lang="en-US" dirty="0" err="1" smtClean="0"/>
              <a:t>xmlns:android</a:t>
            </a:r>
            <a:r>
              <a:rPr lang="en-US" dirty="0" smtClean="0"/>
              <a:t>="http://schemas.android.com/apk/res/android"    </a:t>
            </a:r>
            <a:r>
              <a:rPr lang="en-US" dirty="0" err="1" smtClean="0"/>
              <a:t>android:orientation</a:t>
            </a:r>
            <a:r>
              <a:rPr lang="en-US" dirty="0" smtClean="0"/>
              <a:t>="vertical"    </a:t>
            </a:r>
            <a:r>
              <a:rPr lang="en-US" dirty="0" err="1" smtClean="0"/>
              <a:t>android:padding</a:t>
            </a:r>
            <a:r>
              <a:rPr lang="en-US" dirty="0" smtClean="0"/>
              <a:t>="16dp"    </a:t>
            </a:r>
            <a:r>
              <a:rPr lang="en-US" dirty="0" err="1" smtClean="0"/>
              <a:t>android:layout_width</a:t>
            </a:r>
            <a:r>
              <a:rPr lang="en-US" dirty="0" smtClean="0"/>
              <a:t>="</a:t>
            </a:r>
            <a:r>
              <a:rPr lang="en-US" dirty="0" err="1" smtClean="0"/>
              <a:t>match_parent</a:t>
            </a:r>
            <a:r>
              <a:rPr lang="en-US" dirty="0" smtClean="0"/>
              <a:t>"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match_parent</a:t>
            </a:r>
            <a:r>
              <a:rPr lang="en-US" dirty="0" smtClean="0"/>
              <a:t>"    </a:t>
            </a:r>
            <a:r>
              <a:rPr lang="en-US" dirty="0" err="1" smtClean="0"/>
              <a:t>android:gravity</a:t>
            </a:r>
            <a:r>
              <a:rPr lang="en-US" dirty="0" smtClean="0"/>
              <a:t>="center"    </a:t>
            </a:r>
            <a:r>
              <a:rPr lang="en-US" dirty="0" err="1" smtClean="0"/>
              <a:t>android:background</a:t>
            </a:r>
            <a:r>
              <a:rPr lang="en-US" dirty="0" smtClean="0"/>
              <a:t>="#FFFDF7"&gt;    &lt;</a:t>
            </a:r>
            <a:r>
              <a:rPr lang="en-US" dirty="0" err="1" smtClean="0"/>
              <a:t>TextView</a:t>
            </a:r>
            <a:r>
              <a:rPr lang="en-US" dirty="0" smtClean="0"/>
              <a:t>        </a:t>
            </a:r>
            <a:r>
              <a:rPr lang="en-US" dirty="0" err="1" smtClean="0"/>
              <a:t>android:id</a:t>
            </a:r>
            <a:r>
              <a:rPr lang="en-US" dirty="0" smtClean="0"/>
              <a:t>="@+id/</a:t>
            </a:r>
            <a:r>
              <a:rPr lang="en-US" dirty="0" err="1" smtClean="0"/>
              <a:t>textViewStatus</a:t>
            </a:r>
            <a:r>
              <a:rPr lang="en-US" dirty="0" smtClean="0"/>
              <a:t>"        </a:t>
            </a:r>
            <a:r>
              <a:rPr lang="en-US" dirty="0" err="1" smtClean="0"/>
              <a:t>android:layout_width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    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        </a:t>
            </a:r>
            <a:r>
              <a:rPr lang="en-US" dirty="0" err="1" smtClean="0"/>
              <a:t>android:text</a:t>
            </a:r>
            <a:r>
              <a:rPr lang="en-US" dirty="0" smtClean="0"/>
              <a:t>="Tic </a:t>
            </a:r>
            <a:r>
              <a:rPr lang="en-US" dirty="0" err="1" smtClean="0"/>
              <a:t>Tac</a:t>
            </a:r>
            <a:r>
              <a:rPr lang="en-US" dirty="0" smtClean="0"/>
              <a:t> Toe"        </a:t>
            </a:r>
            <a:r>
              <a:rPr lang="en-US" dirty="0" err="1" smtClean="0"/>
              <a:t>android:textSize</a:t>
            </a:r>
            <a:r>
              <a:rPr lang="en-US" dirty="0" smtClean="0"/>
              <a:t>="24sp"        </a:t>
            </a:r>
            <a:r>
              <a:rPr lang="en-US" dirty="0" err="1" smtClean="0"/>
              <a:t>android:textStyle</a:t>
            </a:r>
            <a:r>
              <a:rPr lang="en-US" dirty="0" smtClean="0"/>
              <a:t>="bold"        </a:t>
            </a:r>
            <a:r>
              <a:rPr lang="en-US" dirty="0" err="1" smtClean="0"/>
              <a:t>android:layout_marginBottom</a:t>
            </a:r>
            <a:r>
              <a:rPr lang="en-US" dirty="0" smtClean="0"/>
              <a:t>="20dp" /&gt;    &lt;</a:t>
            </a:r>
            <a:r>
              <a:rPr lang="en-US" dirty="0" err="1" smtClean="0"/>
              <a:t>GridLayout</a:t>
            </a:r>
            <a:r>
              <a:rPr lang="en-US" dirty="0" smtClean="0"/>
              <a:t>        </a:t>
            </a:r>
            <a:r>
              <a:rPr lang="en-US" dirty="0" err="1" smtClean="0"/>
              <a:t>android:layout_width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    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        </a:t>
            </a:r>
            <a:r>
              <a:rPr lang="en-US" dirty="0" err="1" smtClean="0"/>
              <a:t>android:columnCount</a:t>
            </a:r>
            <a:r>
              <a:rPr lang="en-US" dirty="0" smtClean="0"/>
              <a:t>="3"        </a:t>
            </a:r>
            <a:r>
              <a:rPr lang="en-US" dirty="0" err="1" smtClean="0"/>
              <a:t>android:rowCount</a:t>
            </a:r>
            <a:r>
              <a:rPr lang="en-US" dirty="0" smtClean="0"/>
              <a:t>="3"        </a:t>
            </a:r>
            <a:r>
              <a:rPr lang="en-US" dirty="0" err="1" smtClean="0"/>
              <a:t>android:layout_marginBottom</a:t>
            </a:r>
            <a:r>
              <a:rPr lang="en-US" dirty="0" smtClean="0"/>
              <a:t>="24dp"&gt;        &lt;!-- 3x3 Grid Buttons --&gt;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="@+id/button_00"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="@+id/button_01"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="@+id/button_02"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="@+id/button_10"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="@+id/button_11"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="@+id/button_12"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="@+id/button_20"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="@+id/button_21"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    &lt;Button </a:t>
            </a:r>
            <a:r>
              <a:rPr lang="en-US" dirty="0" err="1" smtClean="0"/>
              <a:t>android:id</a:t>
            </a:r>
            <a:r>
              <a:rPr lang="en-US" dirty="0" smtClean="0"/>
              <a:t>="@+id/button_22" style="@style/</a:t>
            </a:r>
            <a:r>
              <a:rPr lang="en-US" dirty="0" err="1" smtClean="0"/>
              <a:t>TicTacToeButton</a:t>
            </a:r>
            <a:r>
              <a:rPr lang="en-US" dirty="0" smtClean="0"/>
              <a:t>"/&gt;    &lt;/</a:t>
            </a:r>
            <a:r>
              <a:rPr lang="en-US" dirty="0" err="1" smtClean="0"/>
              <a:t>GridLayout</a:t>
            </a:r>
            <a:r>
              <a:rPr lang="en-US" dirty="0" smtClean="0"/>
              <a:t>&gt;    &lt;Button        </a:t>
            </a:r>
            <a:r>
              <a:rPr lang="en-US" dirty="0" err="1" smtClean="0"/>
              <a:t>android:id</a:t>
            </a:r>
            <a:r>
              <a:rPr lang="en-US" dirty="0" smtClean="0"/>
              <a:t>="@+id/</a:t>
            </a:r>
            <a:r>
              <a:rPr lang="en-US" dirty="0" err="1" smtClean="0"/>
              <a:t>buttonReset</a:t>
            </a:r>
            <a:r>
              <a:rPr lang="en-US" dirty="0" smtClean="0"/>
              <a:t>"        </a:t>
            </a:r>
            <a:r>
              <a:rPr lang="en-US" dirty="0" err="1" smtClean="0"/>
              <a:t>android:layout_width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    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        </a:t>
            </a:r>
            <a:r>
              <a:rPr lang="en-US" dirty="0" err="1" smtClean="0"/>
              <a:t>android:text</a:t>
            </a:r>
            <a:r>
              <a:rPr lang="en-US" dirty="0" smtClean="0"/>
              <a:t>="Reset"        </a:t>
            </a:r>
            <a:r>
              <a:rPr lang="en-US" dirty="0" err="1" smtClean="0"/>
              <a:t>android:padding</a:t>
            </a:r>
            <a:r>
              <a:rPr lang="en-US" dirty="0" smtClean="0"/>
              <a:t>="12dp"        </a:t>
            </a:r>
            <a:r>
              <a:rPr lang="en-US" dirty="0" err="1" smtClean="0"/>
              <a:t>android:backgroundTint</a:t>
            </a:r>
            <a:r>
              <a:rPr lang="en-US" dirty="0" smtClean="0"/>
              <a:t>="#FF9800"        </a:t>
            </a:r>
            <a:r>
              <a:rPr lang="en-US" dirty="0" err="1" smtClean="0"/>
              <a:t>android:textColor</a:t>
            </a:r>
            <a:r>
              <a:rPr lang="en-US" dirty="0" smtClean="0"/>
              <a:t>="#FFFFFF"        </a:t>
            </a:r>
            <a:r>
              <a:rPr lang="en-US" dirty="0" err="1" smtClean="0"/>
              <a:t>android:textStyle</a:t>
            </a:r>
            <a:r>
              <a:rPr lang="en-US" dirty="0" smtClean="0"/>
              <a:t>="bold" /&gt;&lt;/</a:t>
            </a:r>
            <a:r>
              <a:rPr lang="en-US" dirty="0" err="1" smtClean="0"/>
              <a:t>LinearLayout</a:t>
            </a:r>
            <a:r>
              <a:rPr lang="en-US" dirty="0" smtClean="0"/>
              <a:t>&gt;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218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code: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99886"/>
            <a:ext cx="10972800" cy="4872103"/>
          </a:xfr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 smtClean="0"/>
              <a:t>package </a:t>
            </a:r>
            <a:r>
              <a:rPr lang="en-US" sz="1800" dirty="0" err="1" smtClean="0"/>
              <a:t>com.example.tictactoe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android.os.Bundle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android.view.View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android.widget.Button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android.widget.TextView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androidx.appcompat.app.AppCompatActivity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public </a:t>
            </a:r>
            <a:r>
              <a:rPr lang="en-US" sz="1800" dirty="0" smtClean="0"/>
              <a:t>class </a:t>
            </a:r>
            <a:r>
              <a:rPr lang="en-US" sz="1800" dirty="0" err="1" smtClean="0"/>
              <a:t>MainActivity</a:t>
            </a:r>
            <a:r>
              <a:rPr lang="en-US" sz="1800" dirty="0" smtClean="0"/>
              <a:t> extends </a:t>
            </a:r>
            <a:r>
              <a:rPr lang="en-US" sz="1800" dirty="0" err="1" smtClean="0"/>
              <a:t>AppCompatActivity</a:t>
            </a:r>
            <a:r>
              <a:rPr lang="en-US" sz="1800" dirty="0" smtClean="0"/>
              <a:t> implements </a:t>
            </a:r>
            <a:r>
              <a:rPr lang="en-US" sz="1800" dirty="0" err="1" smtClean="0"/>
              <a:t>View.OnClickListener</a:t>
            </a:r>
            <a:r>
              <a:rPr lang="en-US" sz="1800" dirty="0" smtClean="0"/>
              <a:t> {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private </a:t>
            </a:r>
            <a:r>
              <a:rPr lang="en-US" sz="1800" dirty="0" smtClean="0"/>
              <a:t>Button[][] buttons = new Button[3][3];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private </a:t>
            </a:r>
            <a:r>
              <a:rPr lang="en-US" sz="1800" dirty="0" err="1" smtClean="0"/>
              <a:t>boolean</a:t>
            </a:r>
            <a:r>
              <a:rPr lang="en-US" sz="1800" dirty="0" smtClean="0"/>
              <a:t> </a:t>
            </a:r>
            <a:r>
              <a:rPr lang="en-US" sz="1800" dirty="0" err="1" smtClean="0"/>
              <a:t>playerXTurn</a:t>
            </a:r>
            <a:r>
              <a:rPr lang="en-US" sz="1800" dirty="0" smtClean="0"/>
              <a:t> = true;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 </a:t>
            </a:r>
            <a:r>
              <a:rPr lang="en-US" sz="1800" dirty="0" smtClean="0"/>
              <a:t>private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roundCount</a:t>
            </a:r>
            <a:r>
              <a:rPr lang="en-US" sz="1800" dirty="0" smtClean="0"/>
              <a:t>;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 private </a:t>
            </a:r>
            <a:r>
              <a:rPr lang="en-US" sz="1800" dirty="0" err="1" smtClean="0"/>
              <a:t>TextView</a:t>
            </a:r>
            <a:r>
              <a:rPr lang="en-US" sz="1800" dirty="0" smtClean="0"/>
              <a:t> </a:t>
            </a:r>
            <a:r>
              <a:rPr lang="en-US" sz="1800" dirty="0" err="1" smtClean="0"/>
              <a:t>textViewStatus</a:t>
            </a:r>
            <a:r>
              <a:rPr lang="en-US" sz="1800" dirty="0" smtClean="0"/>
              <a:t>;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 </a:t>
            </a:r>
            <a:r>
              <a:rPr lang="en-US" sz="1800" dirty="0" smtClean="0"/>
              <a:t>private Button </a:t>
            </a:r>
            <a:r>
              <a:rPr lang="en-US" sz="1800" dirty="0" err="1" smtClean="0"/>
              <a:t>resetButton</a:t>
            </a:r>
            <a:r>
              <a:rPr lang="en-US" sz="1800" dirty="0" smtClean="0"/>
              <a:t>;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   </a:t>
            </a:r>
            <a:r>
              <a:rPr lang="en-US" sz="1800" dirty="0" smtClean="0"/>
              <a:t>@Override    protected void </a:t>
            </a:r>
            <a:r>
              <a:rPr lang="en-US" sz="1800" dirty="0" err="1" smtClean="0"/>
              <a:t>onCreate</a:t>
            </a:r>
            <a:r>
              <a:rPr lang="en-US" sz="1800" dirty="0" smtClean="0"/>
              <a:t>(Bundle </a:t>
            </a:r>
            <a:r>
              <a:rPr lang="en-US" sz="1800" dirty="0" err="1" smtClean="0"/>
              <a:t>savedInstanceState</a:t>
            </a:r>
            <a:r>
              <a:rPr lang="en-US" sz="1800" dirty="0" smtClean="0"/>
              <a:t>) {  </a:t>
            </a:r>
            <a:r>
              <a:rPr lang="en-US" sz="1800" dirty="0" err="1" smtClean="0"/>
              <a:t>super.onCreate</a:t>
            </a:r>
            <a:r>
              <a:rPr lang="en-US" sz="1800" dirty="0" smtClean="0"/>
              <a:t>(</a:t>
            </a:r>
            <a:r>
              <a:rPr lang="en-US" sz="1800" dirty="0" err="1" smtClean="0"/>
              <a:t>savedInstanceState</a:t>
            </a:r>
            <a:r>
              <a:rPr lang="en-US" sz="1800" dirty="0" smtClean="0"/>
              <a:t>);       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8915" y="0"/>
            <a:ext cx="9971314" cy="685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 smtClean="0"/>
              <a:t>setContentView</a:t>
            </a:r>
            <a:r>
              <a:rPr lang="en-US" dirty="0" smtClean="0"/>
              <a:t>(</a:t>
            </a:r>
            <a:r>
              <a:rPr lang="en-US" dirty="0" err="1" smtClean="0"/>
              <a:t>R.layout.activity_main</a:t>
            </a:r>
            <a:r>
              <a:rPr lang="en-US" dirty="0" smtClean="0"/>
              <a:t>);        </a:t>
            </a:r>
            <a:endParaRPr lang="en-US" dirty="0" smtClean="0"/>
          </a:p>
          <a:p>
            <a:r>
              <a:rPr lang="en-US" dirty="0" err="1" smtClean="0"/>
              <a:t>textViewStatus</a:t>
            </a:r>
            <a:r>
              <a:rPr lang="en-US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R.id.textViewStatus</a:t>
            </a:r>
            <a:r>
              <a:rPr lang="en-US" dirty="0" smtClean="0"/>
              <a:t>);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resetButton</a:t>
            </a:r>
            <a:r>
              <a:rPr lang="en-US" dirty="0" smtClean="0"/>
              <a:t> =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R.id.buttonReset</a:t>
            </a:r>
            <a:r>
              <a:rPr lang="en-US" dirty="0" smtClean="0"/>
              <a:t>);       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3; </a:t>
            </a:r>
            <a:r>
              <a:rPr lang="en-US" dirty="0" err="1" smtClean="0"/>
              <a:t>i</a:t>
            </a:r>
            <a:r>
              <a:rPr lang="en-US" dirty="0" smtClean="0"/>
              <a:t>++) {            for (</a:t>
            </a:r>
            <a:r>
              <a:rPr lang="en-US" dirty="0" err="1" smtClean="0"/>
              <a:t>int</a:t>
            </a:r>
            <a:r>
              <a:rPr lang="en-US" dirty="0" smtClean="0"/>
              <a:t> j = 0; j &lt; 3; j++) { </a:t>
            </a:r>
            <a:r>
              <a:rPr lang="en-US" dirty="0" smtClean="0"/>
              <a:t>String </a:t>
            </a:r>
            <a:r>
              <a:rPr lang="en-US" dirty="0" err="1" smtClean="0"/>
              <a:t>buttonID</a:t>
            </a:r>
            <a:r>
              <a:rPr lang="en-US" dirty="0" smtClean="0"/>
              <a:t> = "button_" + </a:t>
            </a:r>
            <a:r>
              <a:rPr lang="en-US" dirty="0" err="1" smtClean="0"/>
              <a:t>i</a:t>
            </a:r>
            <a:r>
              <a:rPr lang="en-US" dirty="0" smtClean="0"/>
              <a:t> + j;        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resID</a:t>
            </a:r>
            <a:r>
              <a:rPr lang="en-US" dirty="0" smtClean="0"/>
              <a:t> = </a:t>
            </a:r>
            <a:r>
              <a:rPr lang="en-US" dirty="0" err="1" smtClean="0"/>
              <a:t>getResources</a:t>
            </a:r>
            <a:r>
              <a:rPr lang="en-US" dirty="0" smtClean="0"/>
              <a:t>().</a:t>
            </a:r>
            <a:r>
              <a:rPr lang="en-US" dirty="0" err="1" smtClean="0"/>
              <a:t>getIdentifier</a:t>
            </a:r>
            <a:r>
              <a:rPr lang="en-US" dirty="0" smtClean="0"/>
              <a:t>(</a:t>
            </a:r>
            <a:r>
              <a:rPr lang="en-US" dirty="0" err="1" smtClean="0"/>
              <a:t>buttonID</a:t>
            </a:r>
            <a:r>
              <a:rPr lang="en-US" dirty="0" smtClean="0"/>
              <a:t>, "id", </a:t>
            </a:r>
            <a:r>
              <a:rPr lang="en-US" dirty="0" err="1" smtClean="0"/>
              <a:t>getPackageName</a:t>
            </a:r>
            <a:r>
              <a:rPr lang="en-US" dirty="0" smtClean="0"/>
              <a:t>());                </a:t>
            </a:r>
            <a:endParaRPr lang="en-US" dirty="0" smtClean="0"/>
          </a:p>
          <a:p>
            <a:r>
              <a:rPr lang="en-US" dirty="0" smtClean="0"/>
              <a:t>buttons[</a:t>
            </a:r>
            <a:r>
              <a:rPr lang="en-US" dirty="0" err="1" smtClean="0"/>
              <a:t>i</a:t>
            </a:r>
            <a:r>
              <a:rPr lang="en-US" dirty="0" smtClean="0"/>
              <a:t>][j] =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resID</a:t>
            </a:r>
            <a:r>
              <a:rPr lang="en-US" dirty="0" smtClean="0"/>
              <a:t>);                </a:t>
            </a:r>
            <a:endParaRPr lang="en-US" dirty="0" smtClean="0"/>
          </a:p>
          <a:p>
            <a:r>
              <a:rPr lang="en-US" dirty="0" smtClean="0"/>
              <a:t>buttons[</a:t>
            </a:r>
            <a:r>
              <a:rPr lang="en-US" dirty="0" err="1" smtClean="0"/>
              <a:t>i</a:t>
            </a:r>
            <a:r>
              <a:rPr lang="en-US" dirty="0" smtClean="0"/>
              <a:t>][j].</a:t>
            </a:r>
            <a:r>
              <a:rPr lang="en-US" dirty="0" err="1" smtClean="0"/>
              <a:t>setOnClickListener</a:t>
            </a:r>
            <a:r>
              <a:rPr lang="en-US" dirty="0" smtClean="0"/>
              <a:t>(this);            }        }        </a:t>
            </a:r>
            <a:endParaRPr lang="en-US" dirty="0" smtClean="0"/>
          </a:p>
          <a:p>
            <a:r>
              <a:rPr lang="en-US" dirty="0" err="1" smtClean="0"/>
              <a:t>resetButton.setOnClickListener</a:t>
            </a:r>
            <a:r>
              <a:rPr lang="en-US" dirty="0" smtClean="0"/>
              <a:t>(new </a:t>
            </a:r>
            <a:r>
              <a:rPr lang="en-US" dirty="0" err="1" smtClean="0"/>
              <a:t>View.OnClickListener</a:t>
            </a:r>
            <a:r>
              <a:rPr lang="en-US" dirty="0" smtClean="0"/>
              <a:t>() {    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@Override            public void </a:t>
            </a:r>
            <a:r>
              <a:rPr lang="en-US" dirty="0" err="1" smtClean="0"/>
              <a:t>onClick</a:t>
            </a:r>
            <a:r>
              <a:rPr lang="en-US" dirty="0" smtClean="0"/>
              <a:t>(View v) {        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resetGame</a:t>
            </a:r>
            <a:r>
              <a:rPr lang="en-US" dirty="0" smtClean="0"/>
              <a:t>();            }        });    }  </a:t>
            </a:r>
            <a:endParaRPr lang="en-US" dirty="0" smtClean="0"/>
          </a:p>
          <a:p>
            <a:r>
              <a:rPr lang="en-US" dirty="0" smtClean="0"/>
              <a:t>  </a:t>
            </a:r>
            <a:r>
              <a:rPr lang="en-US" dirty="0" smtClean="0"/>
              <a:t>@Override    public void </a:t>
            </a:r>
            <a:r>
              <a:rPr lang="en-US" dirty="0" err="1" smtClean="0"/>
              <a:t>onClick</a:t>
            </a:r>
            <a:r>
              <a:rPr lang="en-US" dirty="0" smtClean="0"/>
              <a:t>(View v) {        </a:t>
            </a:r>
            <a:endParaRPr lang="en-US" dirty="0" smtClean="0"/>
          </a:p>
          <a:p>
            <a:r>
              <a:rPr lang="en-US" dirty="0" smtClean="0"/>
              <a:t>Button </a:t>
            </a:r>
            <a:r>
              <a:rPr lang="en-US" dirty="0" smtClean="0"/>
              <a:t>clicked = (Button) v;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if (!</a:t>
            </a:r>
            <a:r>
              <a:rPr lang="en-US" dirty="0" err="1" smtClean="0"/>
              <a:t>clicked.getText</a:t>
            </a:r>
            <a:r>
              <a:rPr lang="en-US" dirty="0" smtClean="0"/>
              <a:t>().</a:t>
            </a:r>
            <a:r>
              <a:rPr lang="en-US" dirty="0" err="1" smtClean="0"/>
              <a:t>toString</a:t>
            </a:r>
            <a:r>
              <a:rPr lang="en-US" dirty="0" smtClean="0"/>
              <a:t>().equals("")) {    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return;        }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clicked.setText</a:t>
            </a:r>
            <a:r>
              <a:rPr lang="en-US" dirty="0" smtClean="0"/>
              <a:t>(</a:t>
            </a:r>
            <a:r>
              <a:rPr lang="en-US" dirty="0" err="1" smtClean="0"/>
              <a:t>playerXTurn</a:t>
            </a:r>
            <a:r>
              <a:rPr lang="en-US" dirty="0" smtClean="0"/>
              <a:t> ? "X" : "O");        </a:t>
            </a:r>
            <a:endParaRPr lang="en-US" dirty="0" smtClean="0"/>
          </a:p>
          <a:p>
            <a:r>
              <a:rPr lang="en-US" dirty="0" err="1" smtClean="0"/>
              <a:t>roundCount</a:t>
            </a:r>
            <a:r>
              <a:rPr lang="en-US" dirty="0" smtClean="0"/>
              <a:t>++;        if (</a:t>
            </a:r>
            <a:r>
              <a:rPr lang="en-US" dirty="0" err="1" smtClean="0"/>
              <a:t>checkForWin</a:t>
            </a:r>
            <a:r>
              <a:rPr lang="en-US" dirty="0" smtClean="0"/>
              <a:t>()) {    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textViewStatus.setText</a:t>
            </a:r>
            <a:r>
              <a:rPr lang="en-US" dirty="0" smtClean="0"/>
              <a:t>((</a:t>
            </a:r>
            <a:r>
              <a:rPr lang="en-US" dirty="0" err="1" smtClean="0"/>
              <a:t>playerXTurn</a:t>
            </a:r>
            <a:r>
              <a:rPr lang="en-US" dirty="0" smtClean="0"/>
              <a:t> ? "X" : "O") + " wins!");    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disableButtons</a:t>
            </a:r>
            <a:r>
              <a:rPr lang="en-US" dirty="0" smtClean="0"/>
              <a:t>();        </a:t>
            </a:r>
            <a:r>
              <a:rPr lang="en-US" dirty="0" smtClean="0"/>
              <a:t>}</a:t>
            </a:r>
          </a:p>
          <a:p>
            <a:r>
              <a:rPr lang="en-US" dirty="0" smtClean="0"/>
              <a:t> </a:t>
            </a:r>
            <a:r>
              <a:rPr lang="en-US" dirty="0" smtClean="0"/>
              <a:t>else if (</a:t>
            </a:r>
            <a:r>
              <a:rPr lang="en-US" dirty="0" err="1" smtClean="0"/>
              <a:t>roundCount</a:t>
            </a:r>
            <a:r>
              <a:rPr lang="en-US" dirty="0" smtClean="0"/>
              <a:t> == 9) {    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textViewStatus.setText</a:t>
            </a:r>
            <a:r>
              <a:rPr lang="en-US" dirty="0" smtClean="0"/>
              <a:t>("Draw!");        } else {            </a:t>
            </a:r>
            <a:endParaRPr lang="en-US" dirty="0" smtClean="0"/>
          </a:p>
          <a:p>
            <a:r>
              <a:rPr lang="en-US" dirty="0" err="1" smtClean="0"/>
              <a:t>playerXTurn</a:t>
            </a:r>
            <a:r>
              <a:rPr lang="en-US" dirty="0" smtClean="0"/>
              <a:t> </a:t>
            </a:r>
            <a:r>
              <a:rPr lang="en-US" dirty="0" smtClean="0"/>
              <a:t>= !</a:t>
            </a:r>
            <a:r>
              <a:rPr lang="en-US" dirty="0" err="1" smtClean="0"/>
              <a:t>playerXTurn</a:t>
            </a:r>
            <a:r>
              <a:rPr lang="en-US" dirty="0" smtClean="0"/>
              <a:t>;        }    }    </a:t>
            </a:r>
            <a:endParaRPr lang="en-US" dirty="0" smtClean="0"/>
          </a:p>
          <a:p>
            <a:r>
              <a:rPr lang="en-US" dirty="0" smtClean="0"/>
              <a:t>private </a:t>
            </a:r>
            <a:r>
              <a:rPr lang="en-US" dirty="0" err="1" smtClean="0"/>
              <a:t>boolean</a:t>
            </a:r>
            <a:r>
              <a:rPr lang="en-US" dirty="0" smtClean="0"/>
              <a:t> </a:t>
            </a:r>
            <a:r>
              <a:rPr lang="en-US" dirty="0" err="1" smtClean="0"/>
              <a:t>checkForWin</a:t>
            </a:r>
            <a:r>
              <a:rPr lang="en-US" dirty="0" smtClean="0"/>
              <a:t>() {        String[][] field = new String[3][3];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3; </a:t>
            </a:r>
            <a:r>
              <a:rPr lang="en-US" dirty="0" err="1" smtClean="0"/>
              <a:t>i</a:t>
            </a:r>
            <a:r>
              <a:rPr lang="en-US" dirty="0" smtClean="0"/>
              <a:t>++) {          </a:t>
            </a:r>
            <a:endParaRPr lang="en-US" dirty="0" smtClean="0"/>
          </a:p>
          <a:p>
            <a:r>
              <a:rPr lang="en-US" dirty="0" smtClean="0"/>
              <a:t>  </a:t>
            </a:r>
            <a:r>
              <a:rPr lang="en-US" dirty="0" smtClean="0"/>
              <a:t>for (</a:t>
            </a:r>
            <a:r>
              <a:rPr lang="en-US" dirty="0" err="1" smtClean="0"/>
              <a:t>int</a:t>
            </a:r>
            <a:r>
              <a:rPr lang="en-US" dirty="0" smtClean="0"/>
              <a:t> j = 0; j &lt; 3; j++) {                </a:t>
            </a: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8571" y="1"/>
            <a:ext cx="9855200" cy="68941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700" dirty="0" smtClean="0"/>
              <a:t>field[</a:t>
            </a:r>
            <a:r>
              <a:rPr lang="en-US" sz="1700" dirty="0" err="1" smtClean="0"/>
              <a:t>i</a:t>
            </a:r>
            <a:r>
              <a:rPr lang="en-US" sz="1700" dirty="0" smtClean="0"/>
              <a:t>][j] = buttons[</a:t>
            </a:r>
            <a:r>
              <a:rPr lang="en-US" sz="1700" dirty="0" err="1" smtClean="0"/>
              <a:t>i</a:t>
            </a:r>
            <a:r>
              <a:rPr lang="en-US" sz="1700" dirty="0" smtClean="0"/>
              <a:t>][j].</a:t>
            </a:r>
            <a:r>
              <a:rPr lang="en-US" sz="1700" dirty="0" err="1" smtClean="0"/>
              <a:t>getText</a:t>
            </a:r>
            <a:r>
              <a:rPr lang="en-US" sz="1700" dirty="0" smtClean="0"/>
              <a:t>().</a:t>
            </a:r>
            <a:r>
              <a:rPr lang="en-US" sz="1700" dirty="0" err="1" smtClean="0"/>
              <a:t>toString</a:t>
            </a:r>
            <a:r>
              <a:rPr lang="en-US" sz="1700" dirty="0" smtClean="0"/>
              <a:t>();            }        }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for (</a:t>
            </a:r>
            <a:r>
              <a:rPr lang="en-US" sz="1700" dirty="0" err="1" smtClean="0"/>
              <a:t>int</a:t>
            </a:r>
            <a:r>
              <a:rPr lang="en-US" sz="1700" dirty="0" smtClean="0"/>
              <a:t> </a:t>
            </a:r>
            <a:r>
              <a:rPr lang="en-US" sz="1700" dirty="0" err="1" smtClean="0"/>
              <a:t>i</a:t>
            </a:r>
            <a:r>
              <a:rPr lang="en-US" sz="1700" dirty="0" smtClean="0"/>
              <a:t> = 0; </a:t>
            </a:r>
            <a:r>
              <a:rPr lang="en-US" sz="1700" dirty="0" err="1" smtClean="0"/>
              <a:t>i</a:t>
            </a:r>
            <a:r>
              <a:rPr lang="en-US" sz="1700" dirty="0" smtClean="0"/>
              <a:t> &lt; 3; </a:t>
            </a:r>
            <a:r>
              <a:rPr lang="en-US" sz="1700" dirty="0" err="1" smtClean="0"/>
              <a:t>i</a:t>
            </a:r>
            <a:r>
              <a:rPr lang="en-US" sz="1700" dirty="0" smtClean="0"/>
              <a:t>++) {          </a:t>
            </a:r>
            <a:endParaRPr lang="en-US" sz="1700" dirty="0" smtClean="0"/>
          </a:p>
          <a:p>
            <a:r>
              <a:rPr lang="en-US" sz="1700" dirty="0" smtClean="0"/>
              <a:t>  </a:t>
            </a:r>
            <a:r>
              <a:rPr lang="en-US" sz="1700" dirty="0" smtClean="0"/>
              <a:t>if (field[</a:t>
            </a:r>
            <a:r>
              <a:rPr lang="en-US" sz="1700" dirty="0" err="1" smtClean="0"/>
              <a:t>i</a:t>
            </a:r>
            <a:r>
              <a:rPr lang="en-US" sz="1700" dirty="0" smtClean="0"/>
              <a:t>][0].equals(field[</a:t>
            </a:r>
            <a:r>
              <a:rPr lang="en-US" sz="1700" dirty="0" err="1" smtClean="0"/>
              <a:t>i</a:t>
            </a:r>
            <a:r>
              <a:rPr lang="en-US" sz="1700" dirty="0" smtClean="0"/>
              <a:t>][1]) &amp;&amp;                    </a:t>
            </a:r>
            <a:endParaRPr lang="en-US" sz="1700" dirty="0" smtClean="0"/>
          </a:p>
          <a:p>
            <a:r>
              <a:rPr lang="en-US" sz="1700" dirty="0" smtClean="0"/>
              <a:t>field[</a:t>
            </a:r>
            <a:r>
              <a:rPr lang="en-US" sz="1700" dirty="0" err="1" smtClean="0"/>
              <a:t>i</a:t>
            </a:r>
            <a:r>
              <a:rPr lang="en-US" sz="1700" dirty="0" smtClean="0"/>
              <a:t>][0].equals(field[</a:t>
            </a:r>
            <a:r>
              <a:rPr lang="en-US" sz="1700" dirty="0" err="1" smtClean="0"/>
              <a:t>i</a:t>
            </a:r>
            <a:r>
              <a:rPr lang="en-US" sz="1700" dirty="0" smtClean="0"/>
              <a:t>][2]) &amp;&amp;  </a:t>
            </a:r>
            <a:r>
              <a:rPr lang="en-US" sz="1700" dirty="0" smtClean="0"/>
              <a:t>!</a:t>
            </a:r>
            <a:r>
              <a:rPr lang="en-US" sz="1700" dirty="0" smtClean="0"/>
              <a:t>field[</a:t>
            </a:r>
            <a:r>
              <a:rPr lang="en-US" sz="1700" dirty="0" err="1" smtClean="0"/>
              <a:t>i</a:t>
            </a:r>
            <a:r>
              <a:rPr lang="en-US" sz="1700" dirty="0" smtClean="0"/>
              <a:t>][0].equals("")) {        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return true;            }        }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for (</a:t>
            </a:r>
            <a:r>
              <a:rPr lang="en-US" sz="1700" dirty="0" err="1" smtClean="0"/>
              <a:t>int</a:t>
            </a:r>
            <a:r>
              <a:rPr lang="en-US" sz="1700" dirty="0" smtClean="0"/>
              <a:t> </a:t>
            </a:r>
            <a:r>
              <a:rPr lang="en-US" sz="1700" dirty="0" err="1" smtClean="0"/>
              <a:t>i</a:t>
            </a:r>
            <a:r>
              <a:rPr lang="en-US" sz="1700" dirty="0" smtClean="0"/>
              <a:t> = 0; </a:t>
            </a:r>
            <a:r>
              <a:rPr lang="en-US" sz="1700" dirty="0" err="1" smtClean="0"/>
              <a:t>i</a:t>
            </a:r>
            <a:r>
              <a:rPr lang="en-US" sz="1700" dirty="0" smtClean="0"/>
              <a:t> &lt; 3; </a:t>
            </a:r>
            <a:r>
              <a:rPr lang="en-US" sz="1700" dirty="0" err="1" smtClean="0"/>
              <a:t>i</a:t>
            </a:r>
            <a:r>
              <a:rPr lang="en-US" sz="1700" dirty="0" smtClean="0"/>
              <a:t>++) {    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if (field[0][</a:t>
            </a:r>
            <a:r>
              <a:rPr lang="en-US" sz="1700" dirty="0" err="1" smtClean="0"/>
              <a:t>i</a:t>
            </a:r>
            <a:r>
              <a:rPr lang="en-US" sz="1700" dirty="0" smtClean="0"/>
              <a:t>].equals(field[1][</a:t>
            </a:r>
            <a:r>
              <a:rPr lang="en-US" sz="1700" dirty="0" err="1" smtClean="0"/>
              <a:t>i</a:t>
            </a:r>
            <a:r>
              <a:rPr lang="en-US" sz="1700" dirty="0" smtClean="0"/>
              <a:t>]) &amp;&amp;                  </a:t>
            </a:r>
            <a:endParaRPr lang="en-US" sz="1700" dirty="0" smtClean="0"/>
          </a:p>
          <a:p>
            <a:r>
              <a:rPr lang="en-US" sz="1700" dirty="0" smtClean="0"/>
              <a:t>  </a:t>
            </a:r>
            <a:r>
              <a:rPr lang="en-US" sz="1700" dirty="0" smtClean="0"/>
              <a:t>field[0][</a:t>
            </a:r>
            <a:r>
              <a:rPr lang="en-US" sz="1700" dirty="0" err="1" smtClean="0"/>
              <a:t>i</a:t>
            </a:r>
            <a:r>
              <a:rPr lang="en-US" sz="1700" dirty="0" smtClean="0"/>
              <a:t>].equals(field[2][</a:t>
            </a:r>
            <a:r>
              <a:rPr lang="en-US" sz="1700" dirty="0" err="1" smtClean="0"/>
              <a:t>i</a:t>
            </a:r>
            <a:r>
              <a:rPr lang="en-US" sz="1700" dirty="0" smtClean="0"/>
              <a:t>]) &amp;&amp;    </a:t>
            </a:r>
            <a:r>
              <a:rPr lang="en-US" sz="1700" dirty="0" smtClean="0"/>
              <a:t>!</a:t>
            </a:r>
            <a:r>
              <a:rPr lang="en-US" sz="1700" dirty="0" smtClean="0"/>
              <a:t>field[0][</a:t>
            </a:r>
            <a:r>
              <a:rPr lang="en-US" sz="1700" dirty="0" err="1" smtClean="0"/>
              <a:t>i</a:t>
            </a:r>
            <a:r>
              <a:rPr lang="en-US" sz="1700" dirty="0" smtClean="0"/>
              <a:t>].equals("")) {                </a:t>
            </a:r>
            <a:endParaRPr lang="en-US" sz="1700" dirty="0" smtClean="0"/>
          </a:p>
          <a:p>
            <a:r>
              <a:rPr lang="en-US" sz="1700" dirty="0" smtClean="0"/>
              <a:t>return </a:t>
            </a:r>
            <a:r>
              <a:rPr lang="en-US" sz="1700" dirty="0" smtClean="0"/>
              <a:t>true;            }        }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if (field[0][0].equals(field[1][1]) &amp;&amp;   </a:t>
            </a:r>
            <a:r>
              <a:rPr lang="en-US" sz="1700" dirty="0" smtClean="0"/>
              <a:t>field[0</a:t>
            </a:r>
            <a:r>
              <a:rPr lang="en-US" sz="1700" dirty="0" smtClean="0"/>
              <a:t>][0].equals(field[2][2]) &amp;&amp; </a:t>
            </a:r>
            <a:r>
              <a:rPr lang="en-US" sz="1700" dirty="0" smtClean="0"/>
              <a:t> </a:t>
            </a:r>
            <a:r>
              <a:rPr lang="en-US" sz="1700" dirty="0" smtClean="0"/>
              <a:t>!field[0][0].equals("")) {            return true;        }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if (field[0][2].equals(field[1][1]) &amp;&amp; </a:t>
            </a:r>
            <a:r>
              <a:rPr lang="en-US" sz="1700" dirty="0" smtClean="0"/>
              <a:t> </a:t>
            </a:r>
            <a:r>
              <a:rPr lang="en-US" sz="1700" dirty="0" smtClean="0"/>
              <a:t>field[0][2].equals(field[2][0]) </a:t>
            </a:r>
            <a:r>
              <a:rPr lang="en-US" sz="1700" dirty="0" smtClean="0"/>
              <a:t>&amp;&amp; </a:t>
            </a:r>
            <a:r>
              <a:rPr lang="en-US" sz="1700" dirty="0" smtClean="0"/>
              <a:t>!field[0][2].equals("")) {            return true;        }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return false;    }    </a:t>
            </a:r>
            <a:endParaRPr lang="en-US" sz="1700" dirty="0" smtClean="0"/>
          </a:p>
          <a:p>
            <a:r>
              <a:rPr lang="en-US" sz="1700" dirty="0" smtClean="0"/>
              <a:t>private </a:t>
            </a:r>
            <a:r>
              <a:rPr lang="en-US" sz="1700" dirty="0" smtClean="0"/>
              <a:t>void </a:t>
            </a:r>
            <a:r>
              <a:rPr lang="en-US" sz="1700" dirty="0" err="1" smtClean="0"/>
              <a:t>disableButtons</a:t>
            </a:r>
            <a:r>
              <a:rPr lang="en-US" sz="1700" dirty="0" smtClean="0"/>
              <a:t>() {        </a:t>
            </a:r>
            <a:endParaRPr lang="en-US" sz="1700" dirty="0" smtClean="0"/>
          </a:p>
          <a:p>
            <a:r>
              <a:rPr lang="en-US" sz="1700" dirty="0" smtClean="0"/>
              <a:t>for </a:t>
            </a:r>
            <a:r>
              <a:rPr lang="en-US" sz="1700" dirty="0" smtClean="0"/>
              <a:t>(</a:t>
            </a:r>
            <a:r>
              <a:rPr lang="en-US" sz="1700" dirty="0" err="1" smtClean="0"/>
              <a:t>int</a:t>
            </a:r>
            <a:r>
              <a:rPr lang="en-US" sz="1700" dirty="0" smtClean="0"/>
              <a:t> </a:t>
            </a:r>
            <a:r>
              <a:rPr lang="en-US" sz="1700" dirty="0" err="1" smtClean="0"/>
              <a:t>i</a:t>
            </a:r>
            <a:r>
              <a:rPr lang="en-US" sz="1700" dirty="0" smtClean="0"/>
              <a:t> = 0; </a:t>
            </a:r>
            <a:r>
              <a:rPr lang="en-US" sz="1700" dirty="0" err="1" smtClean="0"/>
              <a:t>i</a:t>
            </a:r>
            <a:r>
              <a:rPr lang="en-US" sz="1700" dirty="0" smtClean="0"/>
              <a:t> &lt; 3; </a:t>
            </a:r>
            <a:r>
              <a:rPr lang="en-US" sz="1700" dirty="0" err="1" smtClean="0"/>
              <a:t>i</a:t>
            </a:r>
            <a:r>
              <a:rPr lang="en-US" sz="1700" dirty="0" smtClean="0"/>
              <a:t>++) {    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for (</a:t>
            </a:r>
            <a:r>
              <a:rPr lang="en-US" sz="1700" dirty="0" err="1" smtClean="0"/>
              <a:t>int</a:t>
            </a:r>
            <a:r>
              <a:rPr lang="en-US" sz="1700" dirty="0" smtClean="0"/>
              <a:t> j = 0; j &lt; 3; j++) {                </a:t>
            </a:r>
            <a:endParaRPr lang="en-US" sz="1700" dirty="0" smtClean="0"/>
          </a:p>
          <a:p>
            <a:r>
              <a:rPr lang="en-US" sz="1700" dirty="0" smtClean="0"/>
              <a:t>buttons[</a:t>
            </a:r>
            <a:r>
              <a:rPr lang="en-US" sz="1700" dirty="0" err="1" smtClean="0"/>
              <a:t>i</a:t>
            </a:r>
            <a:r>
              <a:rPr lang="en-US" sz="1700" dirty="0" smtClean="0"/>
              <a:t>][j].</a:t>
            </a:r>
            <a:r>
              <a:rPr lang="en-US" sz="1700" dirty="0" err="1" smtClean="0"/>
              <a:t>setEnabled</a:t>
            </a:r>
            <a:r>
              <a:rPr lang="en-US" sz="1700" dirty="0" smtClean="0"/>
              <a:t>(false);            }        }    }    </a:t>
            </a:r>
            <a:endParaRPr lang="en-US" sz="1700" dirty="0" smtClean="0"/>
          </a:p>
          <a:p>
            <a:r>
              <a:rPr lang="en-US" sz="1700" dirty="0" smtClean="0"/>
              <a:t>private </a:t>
            </a:r>
            <a:r>
              <a:rPr lang="en-US" sz="1700" dirty="0" smtClean="0"/>
              <a:t>void </a:t>
            </a:r>
            <a:r>
              <a:rPr lang="en-US" sz="1700" dirty="0" err="1" smtClean="0"/>
              <a:t>resetGame</a:t>
            </a:r>
            <a:r>
              <a:rPr lang="en-US" sz="1700" dirty="0" smtClean="0"/>
              <a:t>() {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for (</a:t>
            </a:r>
            <a:r>
              <a:rPr lang="en-US" sz="1700" dirty="0" err="1" smtClean="0"/>
              <a:t>int</a:t>
            </a:r>
            <a:r>
              <a:rPr lang="en-US" sz="1700" dirty="0" smtClean="0"/>
              <a:t> </a:t>
            </a:r>
            <a:r>
              <a:rPr lang="en-US" sz="1700" dirty="0" err="1" smtClean="0"/>
              <a:t>i</a:t>
            </a:r>
            <a:r>
              <a:rPr lang="en-US" sz="1700" dirty="0" smtClean="0"/>
              <a:t> = 0; </a:t>
            </a:r>
            <a:r>
              <a:rPr lang="en-US" sz="1700" dirty="0" err="1" smtClean="0"/>
              <a:t>i</a:t>
            </a:r>
            <a:r>
              <a:rPr lang="en-US" sz="1700" dirty="0" smtClean="0"/>
              <a:t> &lt; 3; </a:t>
            </a:r>
            <a:r>
              <a:rPr lang="en-US" sz="1700" dirty="0" err="1" smtClean="0"/>
              <a:t>i</a:t>
            </a:r>
            <a:r>
              <a:rPr lang="en-US" sz="1700" dirty="0" smtClean="0"/>
              <a:t>++) {            </a:t>
            </a:r>
            <a:endParaRPr lang="en-US" sz="1700" dirty="0" smtClean="0"/>
          </a:p>
          <a:p>
            <a:r>
              <a:rPr lang="en-US" sz="1700" dirty="0" smtClean="0"/>
              <a:t>for </a:t>
            </a:r>
            <a:r>
              <a:rPr lang="en-US" sz="1700" dirty="0" smtClean="0"/>
              <a:t>(</a:t>
            </a:r>
            <a:r>
              <a:rPr lang="en-US" sz="1700" dirty="0" err="1" smtClean="0"/>
              <a:t>int</a:t>
            </a:r>
            <a:r>
              <a:rPr lang="en-US" sz="1700" dirty="0" smtClean="0"/>
              <a:t> j = 0; j &lt; 3; j++) {        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buttons[</a:t>
            </a:r>
            <a:r>
              <a:rPr lang="en-US" sz="1700" dirty="0" err="1" smtClean="0"/>
              <a:t>i</a:t>
            </a:r>
            <a:r>
              <a:rPr lang="en-US" sz="1700" dirty="0" smtClean="0"/>
              <a:t>][j].</a:t>
            </a:r>
            <a:r>
              <a:rPr lang="en-US" sz="1700" dirty="0" err="1" smtClean="0"/>
              <a:t>setText</a:t>
            </a:r>
            <a:r>
              <a:rPr lang="en-US" sz="1700" dirty="0" smtClean="0"/>
              <a:t>("");        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smtClean="0"/>
              <a:t>buttons[</a:t>
            </a:r>
            <a:r>
              <a:rPr lang="en-US" sz="1700" dirty="0" err="1" smtClean="0"/>
              <a:t>i</a:t>
            </a:r>
            <a:r>
              <a:rPr lang="en-US" sz="1700" dirty="0" smtClean="0"/>
              <a:t>][j].</a:t>
            </a:r>
            <a:r>
              <a:rPr lang="en-US" sz="1700" dirty="0" err="1" smtClean="0"/>
              <a:t>setEnabled</a:t>
            </a:r>
            <a:r>
              <a:rPr lang="en-US" sz="1700" dirty="0" smtClean="0"/>
              <a:t>(true);            }        }     </a:t>
            </a:r>
            <a:endParaRPr lang="en-US" sz="1700" dirty="0" smtClean="0"/>
          </a:p>
          <a:p>
            <a:r>
              <a:rPr lang="en-US" sz="1700" dirty="0" smtClean="0"/>
              <a:t>   </a:t>
            </a:r>
            <a:r>
              <a:rPr lang="en-US" sz="1700" dirty="0" err="1" smtClean="0"/>
              <a:t>roundCount</a:t>
            </a:r>
            <a:r>
              <a:rPr lang="en-US" sz="1700" dirty="0" smtClean="0"/>
              <a:t> = 0;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err="1" smtClean="0"/>
              <a:t>playerXTurn</a:t>
            </a:r>
            <a:r>
              <a:rPr lang="en-US" sz="1700" dirty="0" smtClean="0"/>
              <a:t> = true;       </a:t>
            </a:r>
            <a:endParaRPr lang="en-US" sz="1700" dirty="0" smtClean="0"/>
          </a:p>
          <a:p>
            <a:r>
              <a:rPr lang="en-US" sz="1700" dirty="0" smtClean="0"/>
              <a:t> </a:t>
            </a:r>
            <a:r>
              <a:rPr lang="en-US" sz="1700" dirty="0" err="1" smtClean="0"/>
              <a:t>textViewStatus.setText</a:t>
            </a:r>
            <a:r>
              <a:rPr lang="en-US" sz="1700" dirty="0" smtClean="0"/>
              <a:t>("Tic </a:t>
            </a:r>
            <a:r>
              <a:rPr lang="en-US" sz="1700" dirty="0" err="1" smtClean="0"/>
              <a:t>Tac</a:t>
            </a:r>
            <a:r>
              <a:rPr lang="en-US" sz="1700" dirty="0" smtClean="0"/>
              <a:t> Toe");    }}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172" y="176441"/>
            <a:ext cx="10515600" cy="418646"/>
          </a:xfrm>
        </p:spPr>
        <p:txBody>
          <a:bodyPr>
            <a:noAutofit/>
          </a:bodyPr>
          <a:lstStyle/>
          <a:p>
            <a:r>
              <a:rPr lang="en-US" sz="3600" dirty="0" smtClean="0"/>
              <a:t>S</a:t>
            </a:r>
            <a:r>
              <a:rPr lang="en-US" sz="3600" dirty="0" smtClean="0"/>
              <a:t>tyle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8629"/>
            <a:ext cx="10515600" cy="3657600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sz="1800" dirty="0" smtClean="0"/>
              <a:t>&lt;style name="</a:t>
            </a:r>
            <a:r>
              <a:rPr lang="en-US" sz="1800" dirty="0" err="1" smtClean="0"/>
              <a:t>TicTacToeButton</a:t>
            </a:r>
            <a:r>
              <a:rPr lang="en-US" sz="1800" dirty="0" smtClean="0"/>
              <a:t>"&gt;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smtClean="0"/>
              <a:t>item name="</a:t>
            </a:r>
            <a:r>
              <a:rPr lang="en-US" sz="1800" dirty="0" err="1" smtClean="0"/>
              <a:t>android:layout_width</a:t>
            </a:r>
            <a:r>
              <a:rPr lang="en-US" sz="1800" dirty="0" smtClean="0"/>
              <a:t>"&gt;80dp&lt;/item&gt;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smtClean="0"/>
              <a:t>item name="</a:t>
            </a:r>
            <a:r>
              <a:rPr lang="en-US" sz="1800" dirty="0" err="1" smtClean="0"/>
              <a:t>android:layout_height</a:t>
            </a:r>
            <a:r>
              <a:rPr lang="en-US" sz="1800" dirty="0" smtClean="0"/>
              <a:t>"&gt;80dp&lt;/item&gt;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smtClean="0"/>
              <a:t>item name="</a:t>
            </a:r>
            <a:r>
              <a:rPr lang="en-US" sz="1800" dirty="0" err="1" smtClean="0"/>
              <a:t>android:textSize</a:t>
            </a:r>
            <a:r>
              <a:rPr lang="en-US" sz="1800" dirty="0" smtClean="0"/>
              <a:t>"&gt;24sp&lt;/item&gt;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smtClean="0"/>
              <a:t>item name="</a:t>
            </a:r>
            <a:r>
              <a:rPr lang="en-US" sz="1800" dirty="0" err="1" smtClean="0"/>
              <a:t>android:textStyle</a:t>
            </a:r>
            <a:r>
              <a:rPr lang="en-US" sz="1800" dirty="0" smtClean="0"/>
              <a:t>"&gt;bold&lt;/item&gt;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smtClean="0"/>
              <a:t>item name="</a:t>
            </a:r>
            <a:r>
              <a:rPr lang="en-US" sz="1800" dirty="0" err="1" smtClean="0"/>
              <a:t>android:backgroundTint</a:t>
            </a:r>
            <a:r>
              <a:rPr lang="en-US" sz="1800" dirty="0" smtClean="0"/>
              <a:t>"&gt;#E0E0E0&lt;/item&gt;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smtClean="0"/>
              <a:t>item name="</a:t>
            </a:r>
            <a:r>
              <a:rPr lang="en-US" sz="1800" dirty="0" err="1" smtClean="0"/>
              <a:t>android:textColor</a:t>
            </a:r>
            <a:r>
              <a:rPr lang="en-US" sz="1800" dirty="0" smtClean="0"/>
              <a:t>"&gt;#000000&lt;/item&gt;   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&lt;</a:t>
            </a:r>
            <a:r>
              <a:rPr lang="en-US" sz="1800" dirty="0" smtClean="0"/>
              <a:t>item name="</a:t>
            </a:r>
            <a:r>
              <a:rPr lang="en-US" sz="1800" dirty="0" err="1" smtClean="0"/>
              <a:t>android:layout_margin</a:t>
            </a:r>
            <a:r>
              <a:rPr lang="en-US" sz="1800" dirty="0" smtClean="0"/>
              <a:t>"&gt;4dp&lt;/item</a:t>
            </a:r>
            <a:r>
              <a:rPr lang="en-US" sz="1800" dirty="0" smtClean="0"/>
              <a:t>&gt;</a:t>
            </a:r>
          </a:p>
          <a:p>
            <a:pPr>
              <a:buNone/>
            </a:pPr>
            <a:r>
              <a:rPr lang="en-US" sz="1800" dirty="0" smtClean="0"/>
              <a:t>&lt;/</a:t>
            </a:r>
            <a:r>
              <a:rPr lang="en-US" sz="1800" dirty="0" smtClean="0"/>
              <a:t>style&gt;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6462" b="3245"/>
          <a:stretch>
            <a:fillRect/>
          </a:stretch>
        </p:blipFill>
        <p:spPr bwMode="auto">
          <a:xfrm>
            <a:off x="420914" y="261258"/>
            <a:ext cx="3352800" cy="60524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 t="9848" b="5808"/>
          <a:stretch>
            <a:fillRect/>
          </a:stretch>
        </p:blipFill>
        <p:spPr bwMode="auto">
          <a:xfrm>
            <a:off x="4020456" y="261256"/>
            <a:ext cx="3585029" cy="60524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 t="8351" b="5858"/>
          <a:stretch>
            <a:fillRect/>
          </a:stretch>
        </p:blipFill>
        <p:spPr bwMode="auto">
          <a:xfrm>
            <a:off x="7846784" y="290287"/>
            <a:ext cx="3634015" cy="60089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818742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108AA5-5489-EA34-2C5B-E0370D91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D5FA93-48C7-2EEF-6957-EB27736F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2047"/>
            <a:ext cx="10510922" cy="4444916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softEdge rad="0"/>
          </a:effectLst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Key Takeaways</a:t>
            </a:r>
          </a:p>
          <a:p>
            <a:r>
              <a:rPr lang="en-US" sz="2400" dirty="0" smtClean="0"/>
              <a:t>Built a basic Android app using Java</a:t>
            </a:r>
          </a:p>
          <a:p>
            <a:r>
              <a:rPr lang="en-US" sz="2400" dirty="0" smtClean="0"/>
              <a:t>Learned UI design with XML</a:t>
            </a:r>
          </a:p>
          <a:p>
            <a:r>
              <a:rPr lang="en-US" sz="2400" dirty="0" smtClean="0"/>
              <a:t>Implemented game logic and win checks</a:t>
            </a:r>
          </a:p>
          <a:p>
            <a:pPr>
              <a:buNone/>
            </a:pPr>
            <a:r>
              <a:rPr lang="en-US" sz="2400" b="1" dirty="0" smtClean="0"/>
              <a:t> Future Enhancements</a:t>
            </a:r>
          </a:p>
          <a:p>
            <a:r>
              <a:rPr lang="en-US" sz="2400" dirty="0" smtClean="0"/>
              <a:t>Add AI for single-player mode</a:t>
            </a:r>
          </a:p>
          <a:p>
            <a:r>
              <a:rPr lang="en-US" sz="2400" dirty="0" smtClean="0"/>
              <a:t>Track scores across games</a:t>
            </a:r>
          </a:p>
          <a:p>
            <a:r>
              <a:rPr lang="en-US" sz="2400" dirty="0" smtClean="0"/>
              <a:t>Add themes, sounds &amp; animations</a:t>
            </a:r>
          </a:p>
          <a:p>
            <a:r>
              <a:rPr lang="en-US" sz="2400" dirty="0" smtClean="0"/>
              <a:t>Enable online or Bluetooth multiplayer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4054526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1179</Words>
  <Application>Microsoft Office PowerPoint</Application>
  <PresentationFormat>Custom</PresentationFormat>
  <Paragraphs>112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Idea Approach Details</vt:lpstr>
      <vt:lpstr>Idea Approach Details</vt:lpstr>
      <vt:lpstr>XML CODE:</vt:lpstr>
      <vt:lpstr>Java code:</vt:lpstr>
      <vt:lpstr>Slide 6</vt:lpstr>
      <vt:lpstr>Slide 7</vt:lpstr>
      <vt:lpstr>Style</vt:lpstr>
      <vt:lpstr>Slide 9</vt:lpstr>
      <vt:lpstr>Conclusion &amp; Future Plans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Neeraj Kumar</dc:creator>
  <cp:lastModifiedBy>DELL</cp:lastModifiedBy>
  <cp:revision>17</cp:revision>
  <dcterms:created xsi:type="dcterms:W3CDTF">2025-04-19T17:55:45Z</dcterms:created>
  <dcterms:modified xsi:type="dcterms:W3CDTF">2025-06-15T06:16:28Z</dcterms:modified>
</cp:coreProperties>
</file>